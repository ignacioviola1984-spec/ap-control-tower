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 · CONFIDENCIAL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por Pagar de punta a punta, con tu equipo al mando.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captura, valida y prepara cada pago con controles automáticos y trazabilidad completa. Tu equipo toma las dos decisiones que importan: qué excepciones aprobar y qué dinero sale. Human in the Lead: el agente ejecuta, tu equipo decide.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medida contra 106 documentos etiquetados · pilot con tus facturas en 1-2 semanas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atrapado en la operación, decisiones a ciegas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vemos en la mayoría de las operaciones de Cuentas por Pagar.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1109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25856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atrapado en tareas repetitivas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51176"/>
            <a:ext cx="5239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dedica horas a capturar y validar datos: tiempo que no vuelve como análisis, negociación con proveedores ni decisiones de cash flow.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191109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01384" y="225856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que erosionan la confianza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01384" y="2551176"/>
            <a:ext cx="5239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controles automáticos, los duplicados y datos inconsistentes generan riesgo, y el equipo pierde tiempo apagando incendios en vez de liderar el proceso.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445312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sin visibilidad completa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" y="4745736"/>
            <a:ext cx="5239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vista clara y en tiempo real de qué se debe, a quién y cuándo vence, se decide tarde y a ciegas.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01384" y="445312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cierre y auditoría cuesta de más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1384" y="4745736"/>
            <a:ext cx="5239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evidencia consume horas del equipo y del auditor que una trazabilidad completa evitaría.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Lead: el agente ejecuta, tu equipo decide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automatiza tu proceso de Cuentas por Pagar de punta a punta: captura, controles, matching y trazabilidad. Sin cambiar tu ERP y sin ceder el control del dinero.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532120" cy="3840480"/>
          </a:xfrm>
          <a:prstGeom prst="roundRect">
            <a:avLst>
              <a:gd name="adj" fmla="val 2143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24942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EJECUTA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542032"/>
            <a:ext cx="523951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Captura y clasificación: </a:t>
            </a:r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non-PO, anticipos, domiciliaciones, tarjeta.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Controles automáticos: </a:t>
            </a:r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duplicados, aritmética de importes, datos bancarios, intercompany.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de auditoría: </a:t>
            </a:r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queda trazada, con responsable y timestamp.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Propuesta de pago: </a:t>
            </a:r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tu ERP y tu banco.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103120"/>
            <a:ext cx="5532120" cy="3840480"/>
          </a:xfrm>
          <a:prstGeom prst="roundRect">
            <a:avLst>
              <a:gd name="adj" fmla="val 2143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24942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DECIDE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01384" y="2542032"/>
            <a:ext cx="523951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Revisión de excepciones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llegan las excepciones reales, con el motivo explícito. El resto fluye solo.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 pagos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pago sale sin la firma de tu equipo. El agente propone; el responsable libera.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mueve dinero.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en el email a la propuesta de pago aprobada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10312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20482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688336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por email, sin carga manual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15184" y="26060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43784" y="1920240"/>
            <a:ext cx="210312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20482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90088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0088" y="2688336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estructura los datos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56048" y="26060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84648" y="1920240"/>
            <a:ext cx="210312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20482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30952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30952" y="2688336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deterministas y duplicados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96912" y="26060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25512" y="1920240"/>
            <a:ext cx="210312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20482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71816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71816" y="2688336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excepciones reales, con motivo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37776" y="26060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866376" y="1920240"/>
            <a:ext cx="210312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20482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12680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12680" y="2688336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libera el lote, con firma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3977640"/>
            <a:ext cx="8321040" cy="365760"/>
          </a:xfrm>
          <a:prstGeom prst="roundRect">
            <a:avLst>
              <a:gd name="adj" fmla="val 25000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EJECUCIÓN DE PAGOS · LA PROPUESTA SE IMPORTA A TU ERP Y EL PAGO SALE POR TU CIRCUITO BANCARIO DE SIEMPRE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663440"/>
            <a:ext cx="5532120" cy="1325880"/>
          </a:xfrm>
          <a:prstGeom prst="roundRect">
            <a:avLst>
              <a:gd name="adj" fmla="val 620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80974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en tu operación actual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9224" y="5102352"/>
            <a:ext cx="52395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circuito de aprobadores, tu ERP y tu banco no cambian. El agente ordena lo que pasa antes: captura, controles y evidencia.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4663440"/>
            <a:ext cx="5532120" cy="1325880"/>
          </a:xfrm>
          <a:prstGeom prst="roundRect">
            <a:avLst>
              <a:gd name="adj" fmla="val 620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1384" y="480974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queda registrada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01384" y="5102352"/>
            <a:ext cx="52395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completo: quién decidió qué, cuándo y por qué. La evidencia del proceso se construye sola, no se reconstruye en el cierre.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EN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del mes: todo el proceso en una pantalla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pic>
        <p:nvPicPr>
          <p:cNvPr id="6" name="Image 0" descr="shot_me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600200"/>
            <a:ext cx="8778240" cy="4425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14476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demostración con datos sintéticos. En el pilot, esta vista corre con tus facturas reales.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EN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detectadas y gobernadas: nada avanza sin decisión de tu equipo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pic>
        <p:nvPicPr>
          <p:cNvPr id="6" name="Image 0" descr="shot_exc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600200"/>
            <a:ext cx="8778240" cy="4425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14476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bloqueados, tolerancias marcadas, lotes pendientes de gate: cada estado es explícito y auditable. Datos sintéticos de demostración.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no prometido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del sistema se evalúa contra un golden dataset: 106 documentos cuyo resultado correcto se definió a mano antes de procesarlos.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a revisión humana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del 90% de los documentos fluye solo. Al humano llegan solo las excepciones reales.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extracción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campo por campo contra el resultado correcto definido a mano.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0E2036"/>
          </a:solidFill>
          <a:ln w="12700">
            <a:solidFill>
              <a:srgbClr val="35C0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aprobados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documento que debía frenarse avanzó. Es nuestra métrica bloqueante.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41832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etiquetados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32004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casos diseñados para fallar: duplicados, IBAN alterado, notas de crédito, proformas.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11475720" cy="1691640"/>
          </a:xfrm>
          <a:prstGeom prst="roundRect">
            <a:avLst>
              <a:gd name="adj" fmla="val 486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43982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importa más que un benchmark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" y="4690872"/>
            <a:ext cx="111831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métricas salen de nuestro entorno de evaluación, con protocolo de regresión: cualquier cambio al sistema se vuelve a medir contra los mismos 106 casos antes de desplegarse. En el pilot, las mismas métricas se miden sobre tus facturas, y el criterio de aceptación se define antes de procesar. No pedimos confianza: mostramos el método.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en tu operación y la protege de punta a punta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8366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" y="2176272"/>
            <a:ext cx="52395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curso: </a:t>
            </a:r>
            <a:pPr indent="0" marL="0">
              <a:buNone/>
            </a:pPr>
            <a:r>
              <a:rPr lang="en-US" sz="11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Despachos (import oficial), Zoho Analytics / WorkDrive / CRM, y remesa SEPA para tu banco.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</a:t>
            </a:r>
            <a:pPr indent="0" marL="0">
              <a:buNone/>
            </a:pPr>
            <a:r>
              <a:rPr lang="en-US" sz="11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y API para cualquier ERP, sin tocar el ERP ni cambiar el circuito de pagos.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88366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&amp; 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01384" y="2176272"/>
            <a:ext cx="52395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humano: </a:t>
            </a:r>
            <a:pPr indent="0" marL="0">
              <a:buNone/>
            </a:pPr>
            <a:r>
              <a:rPr lang="en-US" sz="11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pago sin la aprobación de tu equipo.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completo </a:t>
            </a:r>
            <a:pPr indent="0" marL="0">
              <a:buNone/>
            </a:pPr>
            <a:r>
              <a:rPr lang="en-US" sz="11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acción, con responsable y timestamp.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Google Cloud </a:t>
            </a:r>
            <a:pPr indent="0" marL="0">
              <a:buNone/>
            </a:pPr>
            <a:r>
              <a:rPr lang="en-US" sz="11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 27001, SOC 2), cifrado en tránsito y en reposo.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1384280" cy="1965960"/>
          </a:xfrm>
          <a:prstGeom prst="roundRect">
            <a:avLst>
              <a:gd name="adj" fmla="val 41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407822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documentos no entrenan modelos de nadie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" y="4370832"/>
            <a:ext cx="110916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extracción usa Google Document AI bajo los términos empresariales de Google Cloud: el contenido del cliente no se usa para entrenar modelos, se procesa en memoria sin persistir a disco y sigue siendo propiedad del cliente (Google Cloud Terms of Service, sección 17). Los documentos originales se descartan tras procesar; lo que persiste son datos estructurados, decisiones y evidencia de auditoría.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ROI con los supuestos a la vista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fuentes de valor, cada una con su métrica. Los números se calibran con tu volumen real durante el discovery.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532120" cy="1600200"/>
          </a:xfrm>
          <a:prstGeom prst="roundRect">
            <a:avLst>
              <a:gd name="adj" fmla="val 5143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1109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25856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51176"/>
            <a:ext cx="5239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captura y validación que vuelven como análisis y negociación. Ejemplo con supuestos visibles: 2.000 facturas/mes × 8 min = 267 h/mes de operación manual hoy; la fracción automatizable se mide en el pilot, no se promete.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532120" cy="1600200"/>
          </a:xfrm>
          <a:prstGeom prst="roundRect">
            <a:avLst>
              <a:gd name="adj" fmla="val 5143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191109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01384" y="225856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evitado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01384" y="2551176"/>
            <a:ext cx="5239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y pagos erróneos frenados antes de salir. Cada duplicado bloqueado es dinero directo; en nuestro banco de pruebas, 3 de 3 duplicados diseñados para engañar al sistema fueron detectados.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5532120" cy="1600200"/>
          </a:xfrm>
          <a:prstGeom prst="roundRect">
            <a:avLst>
              <a:gd name="adj" fmla="val 5143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6484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399592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auditoría más baratos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" y="4288536"/>
            <a:ext cx="5239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del proceso se construye sola: menos horas del equipo reconstruyendo soportes y menos horas de auditor revisándolos.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520440"/>
            <a:ext cx="5532120" cy="1600200"/>
          </a:xfrm>
          <a:prstGeom prst="roundRect">
            <a:avLst>
              <a:gd name="adj" fmla="val 5143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36484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01384" y="3995928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verificable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1384" y="4288536"/>
            <a:ext cx="5239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pagos sin firma humana, 100% de las acciones trazadas. El costo de un pago no autorizado no aparece en el P&amp;L hasta que aparece.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349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la casa: ningún número de ROI sin sus inputs. Si un supuesto cambia, el resultado cambia, y lo mostramos.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SERVICIO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primera reunión a operación asistida, midiendo desde el día uno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596896"/>
            <a:ext cx="24048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tu proceso real de AP: sistemas, excepciones, aprobadores y reglas de negocio.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75304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 tus facturas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5304" y="2596896"/>
            <a:ext cx="24048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controlado en nuestro entorno: ves extracción, controles y excepciones sobre tu propia operación. La decisión se toma viendo evidencia, no promesas.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75304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semanas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01384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2596896"/>
            <a:ext cx="24048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con tu ERP y tu circuito de pagos, con tu equipo. Las métricas de calidad se miden desde el primer lote.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01384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81160" y="182880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746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27464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27464" y="2596896"/>
            <a:ext cx="24048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mejora con cada corrección de tu equipo, y cada mejora se revalida contra el banco de pruebas antes de desplegarse.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27464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257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necesitás para arrancar: una casilla de email de AP, acceso de lectura a tu maestro de proveedores y un responsable que apruebe. Nada de tu ERP se toca.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Empezás por Cuentas por Pagar. No termina ahí.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es el primer módulo de una oficina de finanzas operada con agentes gobernados: misma base, cada módulo se suma sin reconstruir.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22740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AHORA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" y="25420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→ pago gobernado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75304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(AR)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75304" y="25420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→ cobro → aplicación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01384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y tesorería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01384" y="25420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+ forecast + propuestas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27464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27464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mensual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7464" y="25420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→ cerrar → conciliar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" y="44622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management view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749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75304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75304" y="44622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evidencia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3749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01384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Orchestrator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01384" y="44622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· controla · coordina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81160" y="3749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22740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27464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VISIÓN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27464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Finance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427464" y="44622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compartido + audit trail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2 a 7 ya existen como modelo operativo demostrable, verificado contra datos auditados reales de una empresa listada (22/22 números del cierre · 48/48 tests de cobros · 17/17 contra estados financieros SEC).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discovery de una semana.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 con tus facturas.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decisión, con evidencia.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Agendá el discovery workshop y en dos semanas ves tu propia operación corriendo en el AP Control Tower.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de contacto]  ·  [teléfono]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Propuesta comercial · Confidencial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2026-07-17T21:22:40Z</dcterms:created>
  <dcterms:modified xsi:type="dcterms:W3CDTF">2026-07-17T21:22:40Z</dcterms:modified>
</cp:coreProperties>
</file>