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viola" userId="dd753be8f6bda2f1" providerId="LiveId" clId="{5B4AEEE4-F8A0-4694-8021-0DC7C079BC52}"/>
    <pc:docChg chg="modSld">
      <pc:chgData name="ignacio viola" userId="dd753be8f6bda2f1" providerId="LiveId" clId="{5B4AEEE4-F8A0-4694-8021-0DC7C079BC52}" dt="2026-07-16T22:48:15.106" v="2" actId="6549"/>
      <pc:docMkLst>
        <pc:docMk/>
      </pc:docMkLst>
      <pc:sldChg chg="modSp mod">
        <pc:chgData name="ignacio viola" userId="dd753be8f6bda2f1" providerId="LiveId" clId="{5B4AEEE4-F8A0-4694-8021-0DC7C079BC52}" dt="2026-07-16T22:48:15.106" v="2" actId="6549"/>
        <pc:sldMkLst>
          <pc:docMk/>
          <pc:sldMk cId="0" sldId="265"/>
        </pc:sldMkLst>
        <pc:spChg chg="mod">
          <ac:chgData name="ignacio viola" userId="dd753be8f6bda2f1" providerId="LiveId" clId="{5B4AEEE4-F8A0-4694-8021-0DC7C079BC52}" dt="2026-07-16T22:48:15.106" v="2" actId="6549"/>
          <ac:spMkLst>
            <pc:docMk/>
            <pc:sldMk cId="0" sldId="265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11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fo-office-demo-597507822266.us-central1.run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SALES PITCH · DE CUENTAS A PAGAR AL CFO OFFICE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– Brand 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módulo de un CFO Office con agentes de IA: hoy ordena tus cuentas a pagar; mañana el cierre, la caja y el reporte al directorio.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facturas dispersas en el correo a pagos controlados, trazables y listos para el banco, con cada decisión importante firmada por tu equipo. La misma base se extiende módulo a módulo: cobros, tesorería, cierre mensual y Board Pack.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ejecutable · PoC con facturas reales · evidencia medida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por tus facturas. Terminamos con finanzas corriendo sola, con tu equipo al mando.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que crece por módulos: cada módulo paga el siguiente.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Módulo 1 en marcha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que llegan por email y salen como pagos aprobados, trazables y listos para importar al ERP.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Funcionando con facturas reales del negocio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Calidad medida contra 106 documentos etiquetados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Integración diseñada con Sage, Zoho y Banco Sabadell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064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592824" y="192938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· La visión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92824" y="2221992"/>
            <a:ext cx="4919472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multi-agente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agentes especialistas que opera el departamento de finanzas de punta a punta, con firma humana en cada gate.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Cobros, tesorería, cierre mensual, reporting y Board Pack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 existe como modelo operativo demo, verificado contra datos auditados reales
</a:t>
            </a:r>
            <a:endParaRPr lang="en-US" sz="2000" dirty="0"/>
          </a:p>
          <a:p>
            <a:pPr marL="0" indent="0">
              <a:buNone/>
            </a:pPr>
            <a:r>
              <a:rPr lang="en-US" sz="12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Misma base, mismos principios: se agrega, no se reconstruye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· OPERACIÓN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hoy: correcto, pero fragmentado en personas y herramientas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es manejable; el costo está en la evidencia dispersa y el control tardío.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por e-mail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principal actual y punto natural para iniciar la integración.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425696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y revisión manual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exige lectura, búsqueda y clasificación.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2880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02168" y="19568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042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en Sage y Excel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59689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trasladan entre herramientas con validaciones manuales.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9224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por mensajes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y decisiones quedan repartidas en conversaciones.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425696" y="40599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407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el banco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700016"/>
            <a:ext cx="3273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final ocurre cerca del pago y la evidencia se reconstruye.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8202168" y="407822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02168" y="4370832"/>
            <a:ext cx="32735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mejor sin forzar un cambio brusco del circuito ni quitar autoridad al equipo.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FLUJO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factura a una obligación aprobada y auditable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evidencia arriba · gobierno y decisión humana abajo.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bandeja AP · PDF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documental + evidencia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· sin OC · anticipos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+ alertas duras/blandas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+ trazabilidad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humana obligatoria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control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maker-checker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campos inciertos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Integra: maestro de Sage (lectura) · archivo en Zoho WorkDrive · BI en Zoho Analytics · remesa SEPA vía Sage → firma en Banco Sabadell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Medido, no prometido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se evalúa contra un banco de pruebas con resultado esperado definido a mano. Ningún cambio se despliega si empeora las métricas.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a revisión humana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88% en la primera versión: el equipo revisa excepciones, no facturas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49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extracción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49640" y="2743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campo por campo contra 106 documentos etiquetados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834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riesgo de pago escapados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34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documento que debía frenarse, se frenó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4652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9640" y="41330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en el banco de pruebas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49640" y="4709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+ públicos + casos diseñados para fallar (fraude, duplicados)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vive dentro del producto: la pestaña “Calidad medida” muestra el método, las métricas y el ciclo de mejora de cada versión.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nunca mueve dinero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vendés esto, vendés confianza operativa: cuatro decisiones humanas gobiernan el circuito.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1  Revisión de excepciones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llegan a una persona los documentos que exigen juicio: el resto fluye.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602736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2  Aprobación de pago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02736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decisión y timestamp. Nada entra a una propuesta sin firma.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9944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556248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3  Importación al ERP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6248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entra a Sage por el canal oficial, operada por el equipo.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63456" y="192024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9509760" y="206654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4  Autorización en el banco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0" y="2359152"/>
            <a:ext cx="24048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solo se mueve cuando una persona firma la remesa en Sabadell.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922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encadenado: cada control, decisión y cambio, reconstruible de punta a punta.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526280"/>
            <a:ext cx="5486400" cy="1463040"/>
          </a:xfrm>
          <a:prstGeom prst="roundRect">
            <a:avLst>
              <a:gd name="adj" fmla="val 5625"/>
            </a:avLst>
          </a:prstGeom>
          <a:solidFill>
            <a:srgbClr val="122740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6318504" y="467258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controles fallan cerrado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18504" y="4965192"/>
            <a:ext cx="5193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alerta dura (IBAN distinto del maestro, duplicado, OC sin saldo) el sistema se auto-bloquea.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 · SHARED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crea los primeros objetos de un estado financiero compartido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estado se reutiliza en AR, cash, cierre, reporting y Board Pack: por eso no se reconstruye nada.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condiciones y maestro vigente.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442569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25696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campos, evidencia y estado.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55864" y="1874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20216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2350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o contrato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264261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Compromiso, saldo y autorización.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649224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Motivo, responsable, decisión y timestamp.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425696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5696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de pago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25696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Importe, vencimiento, aprobación y condición.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55864" y="38862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8202168" y="401421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02168" y="43616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02168" y="4654296"/>
            <a:ext cx="32735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Controles, cambios y sign-offs encadenados.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CFO OFFICE · ROADMAP MODULAR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suma valor sin reconstruir la base financiera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2 a 7 ya existen como modelo operativo demostrable, verificado contra datos auditados reales.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AHORA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obligación gobernada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3602736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/ O2C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→ cobro → cash 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6556248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56248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Treasury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+ forecast + propuestas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63456" y="18745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509760" y="20025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23500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26426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close → reconcile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113048"/>
          </a:solidFill>
          <a:ln w="9525">
            <a:solidFill>
              <a:srgbClr val="2A5B7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649224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VISIÓN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Finance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+ audit trail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56432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/>
          <p:nvPr/>
        </p:nvSpPr>
        <p:spPr>
          <a:xfrm>
            <a:off x="3602736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2736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Orchestrator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02736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· controla · coordina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9944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6556248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56248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+ evidencia gobernada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703320"/>
            <a:ext cx="2697480" cy="1554480"/>
          </a:xfrm>
          <a:prstGeom prst="roundRect">
            <a:avLst>
              <a:gd name="adj" fmla="val 5294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9509760" y="383133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09760" y="4178808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471416"/>
            <a:ext cx="2404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+ management view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27832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 rot="10800000">
            <a:off x="3227832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81344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 rot="10800000">
            <a:off x="61813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3485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 rot="10800000">
            <a:off x="9134856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 rot="5400000">
            <a:off x="111099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del modelo demo: 22/22 números del cierre · 48/48 tests del control tower de cobros · 17/17 contra estados financieros auditados de una empresa listada (SEC).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vende: entrar por AP, crecer por módulos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es la puerta de entrada porque duele en todas las empresas, se implementa en semanas y demuestra el modelo completo.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9224" y="197510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· Pilot con lote controlado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" y="226771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sube SUS facturas al PoC y ve extracción, controles y excepciones sobre su propia operación. Evidencia, no promesas.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649224" y="339242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3-6 · Módulo 1 productivo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" y="368503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por email, controles contra su maestro, aprobaciones y propuesta lista para su ERP y su banco.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649224" y="4809744"/>
            <a:ext cx="10863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2+ · Expansión natural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" y="5102352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estado compartido ya creado, cada módulo siguiente (AR, cash, cierre) se apoya en lo construido y se vende con los resultados del anterior.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 un cliente para arrancar: una casilla de email de AP, acceso de lectura a su maestro de proveedores, y un responsable que apruebe. Nada de su ERP se toca.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1 ya funciona.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visión ya es demostrable.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es elegir el primer cliente.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8638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primer cliente externo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ideal: 30+ facturas/mes, proceso por email, ERP Sage o similar.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62686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2686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 sus facturas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2686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lote controlado en el PoC: la decisión se toma viendo su propia operación.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39776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0E2036"/>
          </a:solidFill>
          <a:ln w="9525">
            <a:solidFill>
              <a:srgbClr val="1C355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8467344" y="4105656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16324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67344" y="4453128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del Módulo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4745736"/>
            <a:ext cx="3319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semanas hasta operación asistida, con métricas medidas desde el día uno.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 </a:t>
            </a:r>
            <a:r>
              <a:rPr lang="en-US" sz="1250" b="1" u="sng" dirty="0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CFO Office multi-</a:t>
            </a:r>
            <a:r>
              <a:rPr lang="en-US" sz="1250" b="1" u="sng" dirty="0" err="1">
                <a:solidFill>
                  <a:srgbClr val="6EC0D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agente</a:t>
            </a:r>
            <a:r>
              <a:rPr lang="en-US" sz="110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Control Tower · Roadmap → CFO Office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E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1379</Words>
  <Application>Microsoft Office PowerPoint</Application>
  <PresentationFormat>Panorámica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ignacio viola</cp:lastModifiedBy>
  <cp:revision>1</cp:revision>
  <dcterms:created xsi:type="dcterms:W3CDTF">2026-07-16T22:40:05Z</dcterms:created>
  <dcterms:modified xsi:type="dcterms:W3CDTF">2026-07-16T22:48:20Z</dcterms:modified>
</cp:coreProperties>
</file>