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viola" userId="dd753be8f6bda2f1" providerId="LiveId" clId="{5B4AEEE4-F8A0-4694-8021-0DC7C079BC52}"/>
    <pc:docChg chg="modSld">
      <pc:chgData name="ignacio viola" userId="dd753be8f6bda2f1" providerId="LiveId" clId="{5B4AEEE4-F8A0-4694-8021-0DC7C079BC52}" dt="2026-07-17T01:26:14.059" v="2" actId="20577"/>
      <pc:docMkLst>
        <pc:docMk/>
      </pc:docMkLst>
      <pc:sldChg chg="modSp mod">
        <pc:chgData name="ignacio viola" userId="dd753be8f6bda2f1" providerId="LiveId" clId="{5B4AEEE4-F8A0-4694-8021-0DC7C079BC52}" dt="2026-07-17T01:26:14.059" v="2" actId="20577"/>
        <pc:sldMkLst>
          <pc:docMk/>
          <pc:sldMk cId="0" sldId="265"/>
        </pc:sldMkLst>
        <pc:spChg chg="mod">
          <ac:chgData name="ignacio viola" userId="dd753be8f6bda2f1" providerId="LiveId" clId="{5B4AEEE4-F8A0-4694-8021-0DC7C079BC52}" dt="2026-07-17T01:26:14.059" v="2" actId="20577"/>
          <ac:spMkLst>
            <pc:docMk/>
            <pc:sldMk cId="0" sldId="265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8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fo-office-demo-597507822266.us-central1.run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PITCH · DE CUENTAS A PAGAR AL CFO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– Brand 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módulo de un CFO Office con agentes de IA: hoy ordena tus cuentas a pagar; mañana el cierre, la caja y el reporte al directorio.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dispersas en el correo a pagos controlados, trazables y listos para el banco, con cada decisión importante firmada por tu equipo. La misma base se extiende módulo a módulo: cobros, tesorería, cierre mensual y Board Pack.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ejecutable · PoC con facturas reales · evidencia medida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tus facturas. Terminamos con finanzas corriendo sola, con tu equipo al mando.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que crece por módulos: cada módulo paga el siguiente.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Módulo 1 en marcha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que llegan por email y salen como pagos aprobados, trazables y listos para importar al ERP.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Funcionando con facturas reales del negocio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Calidad medida contra 106 documentos etiquetados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diseñada con Sage, Zoho y Banco Sabadell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5928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La 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multi-agente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agentes especialistas que opera el departamento de finanzas de punta a punta, con firma humana en cada gate.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Cobros, tesorería, cierre mensual, reporting y Board Pack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existe como modelo operativo demo, verificado contra datos auditados reales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Misma base, mismos principios: se agrega, no se reconstruye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· OPERACIÓN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hoy: correcto, pero fragmentado en personas y herramientas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es manejable; el costo está en la evidencia dispersa y el control tardío.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e-mail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actual y punto natural para iniciar la integración.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425696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revisión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exige lectura, búsqueda y clasificación.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02168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Sage y 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trasladan entre herramientas con validaciones manuales.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por mensajes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decisiones quedan repartidas en conversaciones.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25696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el banco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final ocurre cerca del pago y la evidencia se reconstruye.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8202168" y="40782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4370832"/>
            <a:ext cx="32735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mejor sin forzar un cambio brusco del circuito ni quitar autoridad al equipo.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 una obligación aprobada y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evidencia arriba · gobierno y decisión humana 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bandeja AP · PDF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evidencia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· sin OC · anticipos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duras/blandas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+ trazabilidad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obligatoria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maker-checker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campos inciertos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maestro de Sage (lectura) · archivo en Zoho WorkDrive · BI en Zoho Analytics · remesa SEPA vía Sage → firma en Banco Sabadell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se evalúa contra un banco de pruebas con resultado esperado definido a mano. Ningún cambio se despliega si empeora las métricas.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88% en la primera versión: el equipo revisa excepciones, no facturas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49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106 documentos etiquetados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834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riesgo de pago escapados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que debía frenarse, se frenó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46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en el banco de pruebas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+ públicos + casos diseñados para fallar (fraude, duplicados)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vive dentro del producto: la pestaña “Calidad medida” muestra el método, las métricas y el ciclo de mejora de cada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vendés esto, vendés confianza operativa: cuatro decisiones humanas gobiernan el circuito.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1  Revisión de excepciones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a una persona los documentos que exigen juicio: el resto fluye.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02736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2  Aprobación de pago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decisión y timestamp. Nada entra a una propuesta sin firma.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56248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3  Importación al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entra a Sage por el canal oficial, operada por 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509760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4  Autorización en el banco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solo se mueve cuando una persona firma la remesa en Sabadell.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encadenado: cada control, decisión y cambio, reconstruible de punta a punta.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31850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fallan cerrado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alerta dura (IBAN distinto del maestro, duplicado, OC sin saldo) el sistema se auto-bloquea.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· SHARED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crea los primeros objetos de un estado financiero compartido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estado se reutiliza en AR, cash, cierre, reporting y Board Pack: por eso no se reconstruye 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condiciones y maestro vigente.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42569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campos, evidencia y estado.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0216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o 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Compromiso, saldo y autorización.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responsable, decisión y timestamp.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25696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pago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Importe, vencimiento, aprobación y condición.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8202168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Controles, cambios y sign-offs encadenados.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CFO OFFICE · ROADMAP MODULAR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suma valor sin reconstruir la base financiera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obligación gobernada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O2C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cobro → cash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Treasury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close → reconcile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+ audit trail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 gobernada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modelo demo: 22/22 números del cierre · 48/48 tests del control tower de cobros · 17/17 contra estados financieros auditados de una empresa listada (SEC).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vende: entrar por AP, crecer por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 la puerta de entrada porque duele en todas las empresas, se implementa en semanas y demuestra el modelo completo.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7510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· Pilot con lote controlado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26771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sube SUS facturas al PoC y ve extracción, controles y excepciones sobre su propia operación. Evidencia, no promesas.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9224" y="339242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 · Módulo 1 productivo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" y="368503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por email, controles contra su maestro, aprobaciones y propuesta lista para su ERP y su banco.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9224" y="480974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 · Expansión natural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510235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compartido ya creado, cada módulo siguiente (AR, cash, cierre) se apoya en lo construido y se vende con los resultados del anterior.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un cliente para arrancar: una casilla de email de AP, acceso de lectura a su maestro de proveedores, y un responsable que apruebe. Nada de su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1 ya funciona.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ya es demostrable.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elegir el primer cliente.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86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primer cliente externo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30+ facturas/mes, proceso por email, ERP Sage o similar.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62686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2686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sus facturas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el PoC: la decisión se toma viendo su propia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46734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6734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 Módulo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 hasta operación asistida, con métricas medidas desde el día uno.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r>
              <a:rPr lang="en-US" sz="12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CFO Office multi-</a:t>
            </a:r>
            <a:r>
              <a:rPr lang="en-US" sz="1250" b="1" u="sng" dirty="0" err="1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agente</a:t>
            </a:r>
            <a:r>
              <a:rPr lang="en-US" sz="11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A · BRAND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ingesta de la factura hasta el pago ejecutado y conciliado.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Tower (existente)    </a:t>
            </a:r>
            <a:r>
              <a:rPr lang="en-US" sz="1000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(nuevo / propuesto)    </a:t>
            </a:r>
            <a:r>
              <a:rPr lang="en-US" sz="10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y banco (externos)    </a:t>
            </a: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humano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8892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516636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754380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992124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55117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861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0605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8349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FACTURA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de facturas.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en modo solo lectura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98648" y="2194560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2971800" y="219456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confianza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98648" y="2670048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2971800" y="2670048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98648" y="3145536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2971800" y="3145536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Revisión humana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excepciones reales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98648" y="3621024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971800" y="3621024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 pago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+ timestamp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98648" y="4096512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2971800" y="4096512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pago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+ audit trail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98648" y="4581144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EJECUCIÓN DE PAGOS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 CONNECTED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76088" y="2377440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5349240" y="23774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Importaciones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la propuesta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76088" y="3035808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5349240" y="30358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Contabilización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Asientos + libro de facturas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76088" y="3694176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5349240" y="36941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Remesa SEPA / Norma 34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XML ISO 20022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3524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80960" y="242316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 Online
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Autorización y firma en banco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1268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7844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GOBERNADO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5840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ejecutado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 + conciliación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completa del proceso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26187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SAGE
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· IBAN · OCs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/>
          <p:nvPr/>
        </p:nvSpPr>
        <p:spPr>
          <a:xfrm>
            <a:off x="464515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ANALYTICS
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lectura BI · vistas de solo lectura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802843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WORKDRIVE
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del proceso · propuesta · aprobaciones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prepara y gobierna la propuesta; Sage y el banco contabilizan y ejecutan con aprobación humana.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determinísticos   ·   Gates humanos   ·   Evidencia y audit trail   ·   Responsables y timestamps   ·   Conciliación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B · LA 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los datos de origen hasta decisiones financieras gobernadas.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516636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754380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992124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56032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conectores de origen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de AP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de eventos verificados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POR DEFECTO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8036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FINANCIERA CANÓNICA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33172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financieras estandarizadas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inmutable + procedencia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 DE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76088" y="2057400"/>
            <a:ext cx="1938528" cy="1051560"/>
          </a:xfrm>
          <a:prstGeom prst="roundRect">
            <a:avLst>
              <a:gd name="adj" fmla="val 434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349240" y="205740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AR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Pedido → Facturación → Ingresos → Cuentas por cobrar → Cobranzas → Aplicación de cobros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76088" y="3200400"/>
            <a:ext cx="1938528" cy="1188720"/>
          </a:xfrm>
          <a:prstGeom prst="roundRect">
            <a:avLst>
              <a:gd name="adj" fmla="val 3846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349240" y="32004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AP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→ IA documental → Controles → Revisión humana → Propuesta de pago
</a:t>
            </a:r>
            <a:endParaRPr lang="en-US" sz="950" dirty="0"/>
          </a:p>
          <a:p>
            <a:pPr marL="0" indent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aprobada → obligación de AP abierta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7608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CONTABLE · SIN EJECUCIÓN DE PAGOS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63524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OFICINA DEL CFO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53528" y="2240280"/>
            <a:ext cx="1938528" cy="914400"/>
          </a:xfrm>
          <a:prstGeom prst="roundRect">
            <a:avLst>
              <a:gd name="adj" fmla="val 5000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7726680" y="224028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ORQUESTADOR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→ Cerrar → Reportar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← Controlar ← Auditar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333756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Contraloría · Tesorería · Administración · Contabilidad y Reportes
</a:t>
            </a:r>
            <a:endParaRPr lang="en-US" sz="800" dirty="0"/>
          </a:p>
          <a:p>
            <a:pPr marL="0" indent="0">
              <a:buNone/>
            </a:pPr>
            <a:r>
              <a:rPr lang="en-US" sz="600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· Finanzas Estratégicas · Controles Internos · Auditoría Independiente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1268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7844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GOBERNADOS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0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caja a 13 semanas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para el Directorio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 de auditoría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pago aprobadas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89611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REVERSIÓN VERSIONADA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controlado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0332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377647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DEL RESPONSABLE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humana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8368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65683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ACOTADA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parámetros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46404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953719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
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golden dataset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6499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4535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2571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mejoras de parámetros aprobadas se incorporan al modelo operativo.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determinísticas   ·   Doble control   ·   Aprobación humana   ·   Validaciones obligatorias   ·   Trazabilidad de auditoría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1894</Words>
  <Application>Microsoft Office PowerPoint</Application>
  <PresentationFormat>Panorámica</PresentationFormat>
  <Paragraphs>328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ignacio viola</cp:lastModifiedBy>
  <cp:revision>1</cp:revision>
  <dcterms:created xsi:type="dcterms:W3CDTF">2026-07-17T01:20:40Z</dcterms:created>
  <dcterms:modified xsi:type="dcterms:W3CDTF">2026-07-17T01:26:20Z</dcterms:modified>
</cp:coreProperties>
</file>