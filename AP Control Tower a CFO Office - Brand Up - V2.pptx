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SALES PITCH · DE CUENTAS A PAGAR AL CFO OFFICE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– Brand Up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módulo de un CFO Office con agentes de IA: hoy ordena tus cuentas a pagar; mañana el cierre, la caja y el reporte al directorio.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facturas dispersas en el correo a pagos controlados, trazables y listos para el banco, con cada decisión importante firmada por tu equipo. La misma base se extiende módulo a módulo: cobros, tesorería, cierre mensual y Board Pack.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ejecutable · PoC con facturas reales · evidencia medida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por tus facturas. Terminamos con finanzas corriendo sola, con tu equipo al mando.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sistema que crece por módulos: cada módulo paga el siguiente.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2938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Módulo 1 en marcha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" y="2221992"/>
            <a:ext cx="491947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que llegan por email y salen como pagos aprobados, trazables y listos para importar al ERP.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Funcionando con facturas reales del negocio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Calidad medida contra 106 documentos etiquetados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diseñada con Sage, Zoho y Banco Sabadell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064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2824" y="192938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· La visión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92824" y="2221992"/>
            <a:ext cx="491947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294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 multi-agente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agentes especialistas que opera el departamento de finanzas de punta a punta, con firma humana en cada gate.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Cobros, tesorería, cierre mensual, reporting y Board Pack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 existe como modelo operativo demo, verificado contra datos auditados reales
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Misma base, mismos principios: se agrega, no se reconstruye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· OPERACIÓN ACTUAL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hoy: correcto, pero fragmentado en personas y herramientas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es manejable; el costo está en la evidencia dispersa y el control tardío.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por e-mail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principal actual y punto natural para iniciar la integración.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5696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y revisión manual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exige lectura, búsqueda y clasificación.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en Sage y Excel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trasladan entre herramientas con validaciones manuales.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0599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" y="44074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 por mensajes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" y="470001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y decisiones quedan repartidas en conversaciones.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5696" y="40599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44074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el banco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25696" y="470001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final ocurre cerca del pago y la evidencia se reconstruye.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55864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2168" y="407822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02168" y="4370832"/>
            <a:ext cx="32735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mejor sin forzar un cambio brusco del circuito ni quitar autoridad al equipo.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FLUJO 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factura a una obligación aprobada y auditable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evidencia arriba · gobierno y decisión humana abajo.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bandeja AP · PDF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documental + evidencia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56248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· sin OC · anticipos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63456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+ alertas duras/blandas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+ trazabilidad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02736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humana obligatoria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9944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6248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control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56248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maker-checker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63456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09760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09760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campos inciertos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27832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 rot="10800000">
            <a:off x="3227832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81344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 rot="10800000">
            <a:off x="6181344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485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 rot="10800000">
            <a:off x="9134856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 rot="5400000">
            <a:off x="111099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Integra: maestro de Sage (lectura) · archivo en Zoho WorkDrive · BI en Zoho Analytics · remesa SEPA vía Sage → firma en Banco Sabadell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Medido, no prometido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se evalúa contra un banco de pruebas con resultado esperado definido a mano. Ningún cambio se despliega si empeora las métricas.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34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a revisión humana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346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88% en la primera versión: el equipo revisa excepciones, no facturas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57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549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extracción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496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campo por campo contra 106 documentos etiquetados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83464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riesgo de pago escapados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4709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documento que debía frenarse, se frenó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4964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en el banco de pruebas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49640" y="4709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 + públicos + casos diseñados para fallar (fraude, duplicados)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vive dentro del producto: la pestaña “Calidad medida” muestra el método, las métricas y el ciclo de mejora de cada versión.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nunca mueve dinero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vendés esto, vendés confianza operativa: cuatro decisiones humanas gobiernan el circuito.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1  Revisión de excepciones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llegan a una persona los documentos que exigen juicio: el resto fluye.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56432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2  Aprobación de pago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02736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decisión y timestamp. Nada entra a una propuesta sin firma.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9944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3  Importación al ERP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56248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entra a Sage por el canal oficial, operada por el equipo.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63456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4  Autorización en el banco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09760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solo se mueve cuando una persona firma la remesa en Sabadell.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67258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registrado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" y="4965192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encadenado: cada control, decisión y cambio, reconstruible de punta a punta.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452628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467258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controles fallan cerrado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18504" y="4965192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alerta dura (IBAN distinto del maestro, duplicado, OC sin saldo) el sistema se auto-bloquea.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 · SHARED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crea los primeros objetos de un estado financiero compartido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estado se reutiliza en AR, cash, cierre, reporting y Board Pack: por eso no se reconstruye nada.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condiciones y maestro vigente.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5696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Documento, campos, evidencia y estado.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o contrato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Compromiso, saldo y autorización.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Motivo, responsable, decisión y timestamp.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5696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de pago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25696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Importe, vencimiento, aprobación y condición.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55864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2168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02168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02168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Controles, cambios y sign-offs encadenados.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CFO OFFICE · ROADMAP MODULAR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suma valor sin reconstruir la base financiera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2 a 7 ya existen como modelo operativo demostrable, verificado contra datos auditados reales.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AHORA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obligación gobernada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O2C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→ cobro → cash app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56248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Treasury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+ forecast + propuestas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63456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close → reconcile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VISIÓN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Finance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+ audit trail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Orchestrator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02736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· controla · coordina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9944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6248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56248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+ evidencia gobernada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63456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09760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09760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+ management view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27832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 rot="10800000">
            <a:off x="3227832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81344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 rot="10800000">
            <a:off x="6181344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485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 rot="10800000">
            <a:off x="9134856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 rot="5400000">
            <a:off x="111099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del modelo demo: 22/22 números del cierre · 48/48 tests del control tower de cobros · 17/17 contra estados financieros auditados de una empresa listada (SEC).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COMERCIAL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vende: entrar por AP, crecer por módulos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es la puerta de entrada porque duele en todas las empresas, se implementa en semanas y demuestra el modelo completo.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7510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 · Pilot con lote controlado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" y="226771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sube SUS facturas al PoC y ve extracción, controles y excepciones sobre su propia operación. Evidencia, no promesas.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39242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3-6 · Módulo 1 productivo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" y="368503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por email, controles contra su maestro, aprobaciones y propuesta lista para su ERP y su banco.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80974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2+ · Expansión natural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" y="510235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estado compartido ya creado, cada módulo siguiente (AR, cash, cierre) se apoya en lo construido y se vende con los resultados del anterior.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 un cliente para arrancar: una casilla de email de AP, acceso de lectura a su maestro de proveedores, y un responsable que apruebe. Nada de su ERP se toca.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1 ya funciona.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 ya es demostrable.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es elegir el primer cliente.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638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primer cliente externo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ideal: 30+ facturas/mes, proceso por email, ERP Sage o similar.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2686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 sus facturas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2686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lote controlado en el PoC: la decisión se toma viendo su propia operación.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2104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6734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del Módulo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6734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semanas hasta operación asistida, con métricas medidas desde el día uno.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2026-07-16T22:08:04Z</dcterms:created>
  <dcterms:modified xsi:type="dcterms:W3CDTF">2026-07-16T22:08:04Z</dcterms:modified>
</cp:coreProperties>
</file>